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OPENESTATE_PHP_EXPORT | Category: REAL_ESTATE</a:t>
            </a:r>
          </a:p>
          <a:p>
            <a:r>
              <a:rPr sz="1400"/>
              <a:t>Upstream: https://github.com/OpenEstate/OpenEstate-PHP-Export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OPENESTATE_PHP_EXPORT.</a:t>
            </a:r>
          </a:p>
          <a:p>
            <a:r>
              <a:rPr sz="1400"/>
              <a:t>PHP scripts for publishing real estate listings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OPENESTATE_PHP_EXPORT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