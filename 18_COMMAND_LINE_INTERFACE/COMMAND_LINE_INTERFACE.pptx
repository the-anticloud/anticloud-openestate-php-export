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https://github.com/OpenEstate/OpenEstate-PHP-Export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anticloud-openestate-php-export</a:t>
            </a:r>
          </a:p>
          <a:p>
            <a:r>
              <a:rPr sz="1400"/>
              <a:t>anticloud-openestate-php-export --offline --pax-local</a:t>
            </a:r>
          </a:p>
          <a:p>
            <a:r>
              <a:rPr sz="1400"/>
              <a:t>anticloud-openestate-php-export --aioss-log ./ledger.jsonl</a:t>
            </a:r>
          </a:p>
          <a:p>
            <a:r>
              <a:rPr sz="1400"/>
              <a:t>./openestate_php_export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